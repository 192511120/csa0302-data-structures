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A66E-659C-3AD4-4155-504575B8B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CD57A-8CF8-4476-30BE-494088FAC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73E8-D59B-3754-57AC-34C7C87E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16E9C-AEA5-B351-56C7-ACF69F65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AD1F-E1F2-4F13-B834-7A565B95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9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FFC7-435E-45DF-AD36-D469565D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6F82-6A03-5B7D-7005-18556C2F9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25BC2-773B-6EA9-BB6E-A1189AB3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F693-1B91-AF12-89D9-A61691FE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F0377-13D3-DEFC-0380-4F20E4BA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3FF8-71B5-EDC0-4784-6A393C38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1B8A-71A0-3B7C-B0C5-BBDA03CB5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992B-DD69-B2F4-C166-C97F8631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5948-783E-E65E-3FA3-3FAC8AC6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9F34-ADC9-0BAE-4E2E-4BE306D5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0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BEEF-5416-9D63-78D8-03818EEB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15E3-2053-8250-EA08-9E648C372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23A3-0D29-7E0D-66B0-9117E1C73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06AC7-43DA-7530-7A51-B542F742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A33D2-4534-435F-6E74-7BB07275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E8D5-7C6E-80ED-DA8A-2779CA8E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57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6249-7BD9-3FAC-83F9-CF686D74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5C028-A8E8-7639-FEB9-B57A6CB7A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6EDE4-AD60-E2EA-1A18-CDEFBF8F1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2101B-0E25-1AD1-435F-50CBEEAF5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3B0F2-1009-9AA2-8A61-42A53DA79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7FC49-072A-1455-9BD6-09D594D7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C7C3C-A838-9FDF-AFC9-59DD3C5F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B0D75-663A-1D4F-DF9F-8007F713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7EC9-0F32-AB31-4FA7-571A5804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F425C-1498-36BE-F7EE-A56EB62D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A40B2-32D5-BB5B-DBAC-A3451E382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A80FE-45E2-7106-3E6D-A706DC37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9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C194C-9616-47D6-CB20-7D0DC3E4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9A19E-AF28-0153-BAFD-F7FCA19B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78B2C-7257-F27A-B5BB-02C1C375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13C7-5F7D-42F8-D85E-B5ED11A3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26B60-3EEE-5E7E-9946-7442B313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55CE7-B33D-B357-84DD-222C1A4EB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264A5-F110-6D4A-034D-EED0C304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C6556-5C34-08DD-8E65-B2ACD996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CDF8F-FC46-5304-B6E1-A0A40EBA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7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6A71-1E30-F8C5-3FAE-D2D07826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0E801-49DF-9D9A-2E69-C4422D805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04934-3926-41EE-DC93-6B03B3BF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2F864-D83A-112A-AC21-A36A4F79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0B9B4-0B26-859F-11AA-26EA5C16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37319-210B-6047-C523-88C2A37C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5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95E3-378A-F518-BC3E-C285022F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7466B-9D4D-B3E2-E940-F396D909F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95E34-3805-F5D5-6C3C-88B190C4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02F5F-A6C1-0D27-D592-201A9142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558E8-82B8-FD9C-163D-50858C62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0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1AACC-CC19-DB1E-D748-671044837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B3EFC-C885-2F5A-D487-02BF73F25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86EB-8B32-36AC-A960-50809543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EE7A-E2B8-68C0-AAA5-7B5FD12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4E7D0-5959-F15B-01F1-B30CD243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0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E320C-88AE-BA08-FD9B-BEF285D9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D893C-AB82-0038-A4E4-EF1F762C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E331-903F-C480-2340-EDC75554F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FDD1-05C3-D8C7-A925-A9D3CFA05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3F7C-2F32-C77D-C0E7-EC2EA9BCB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03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55508-1F4D-E8D0-7401-8AAD700FA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0" y="0"/>
            <a:ext cx="12105860" cy="3673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6C8B7-5911-81FB-CB03-87E723EDE072}"/>
              </a:ext>
            </a:extLst>
          </p:cNvPr>
          <p:cNvSpPr txBox="1"/>
          <p:nvPr/>
        </p:nvSpPr>
        <p:spPr>
          <a:xfrm>
            <a:off x="504412" y="3954551"/>
            <a:ext cx="98621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of Conduct: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Shaik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mahamad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sohail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(192511120) certify that this submission is my original work and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 have adhered to the guidelines specified for this assessment.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understand that any violation of academic integrity rules will result in disciplinary action.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of the student: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1E111-2FB8-1889-917B-BB7848117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57" y="5132408"/>
            <a:ext cx="1152938" cy="115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CD50B3-F169-92DB-E910-79198446F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0" t="707" r="1765" b="4927"/>
          <a:stretch>
            <a:fillRect/>
          </a:stretch>
        </p:blipFill>
        <p:spPr>
          <a:xfrm>
            <a:off x="715618" y="1152938"/>
            <a:ext cx="10505661" cy="48900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8402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B02C-7947-BD93-2831-97F77B8D9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085"/>
            <a:ext cx="9144000" cy="82570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62CF2-FFBC-3A52-9D22-AD3DD80DE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8" y="1600199"/>
            <a:ext cx="11777870" cy="496956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0302 – DATA STRUCTURES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AT – 2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sohail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(192511120)</a:t>
            </a:r>
          </a:p>
        </p:txBody>
      </p:sp>
      <p:pic>
        <p:nvPicPr>
          <p:cNvPr id="4" name="Picture 3" descr="SIMATS CGPA Calculator">
            <a:extLst>
              <a:ext uri="{FF2B5EF4-FFF2-40B4-BE49-F238E27FC236}">
                <a16:creationId xmlns:a16="http://schemas.microsoft.com/office/drawing/2014/main" id="{0953CA29-DE17-3F33-F80B-B21962CE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537" y="188085"/>
            <a:ext cx="1037811" cy="1037811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A427DCC9-5BF7-D318-7D8E-C00BDAA96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3" y="188086"/>
            <a:ext cx="1275522" cy="127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35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6C6AE-22E7-D514-B24C-6C034071254E}"/>
              </a:ext>
            </a:extLst>
          </p:cNvPr>
          <p:cNvSpPr txBox="1"/>
          <p:nvPr/>
        </p:nvSpPr>
        <p:spPr>
          <a:xfrm>
            <a:off x="494471" y="170909"/>
            <a:ext cx="945459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Structure Recommendation for Dynamic Playlist Management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 Doubly Linked List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is the most suitable data structure for managing a dynamic playlist in a music streaming application because it provides excellent flexibility and efficient insertion, deletion, and reordering of songs.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Insertion: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songs can be added at the beginning, end, or any position without shifting other elements.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Deletion: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Songs can be removed quickly by updating the previous and next links.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Reordering: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Songs can be moved to different positions by changing links instead of copying data.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7451-B7C1-4529-F371-797D151F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116647"/>
            <a:ext cx="3544957" cy="114562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DDA9-04C3-2AB9-BF12-8C62B747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42922" cy="36011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song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 song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songs to different positions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songs sequentially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dynamic playlist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85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3967-8EE1-1D07-CAA1-9C854B2C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156" y="178905"/>
            <a:ext cx="3425687" cy="985010"/>
          </a:xfrm>
        </p:spPr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51E8DD-28AA-666A-9A50-347045730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450281"/>
              </p:ext>
            </p:extLst>
          </p:nvPr>
        </p:nvGraphicFramePr>
        <p:xfrm>
          <a:off x="765314" y="1938130"/>
          <a:ext cx="10936355" cy="4144617"/>
        </p:xfrm>
        <a:graphic>
          <a:graphicData uri="http://schemas.openxmlformats.org/drawingml/2006/table">
            <a:tbl>
              <a:tblPr/>
              <a:tblGrid>
                <a:gridCol w="3485831">
                  <a:extLst>
                    <a:ext uri="{9D8B030D-6E8A-4147-A177-3AD203B41FA5}">
                      <a16:colId xmlns:a16="http://schemas.microsoft.com/office/drawing/2014/main" val="660021990"/>
                    </a:ext>
                  </a:extLst>
                </a:gridCol>
                <a:gridCol w="3725262">
                  <a:extLst>
                    <a:ext uri="{9D8B030D-6E8A-4147-A177-3AD203B41FA5}">
                      <a16:colId xmlns:a16="http://schemas.microsoft.com/office/drawing/2014/main" val="959374450"/>
                    </a:ext>
                  </a:extLst>
                </a:gridCol>
                <a:gridCol w="3725262">
                  <a:extLst>
                    <a:ext uri="{9D8B030D-6E8A-4147-A177-3AD203B41FA5}">
                      <a16:colId xmlns:a16="http://schemas.microsoft.com/office/drawing/2014/main" val="2916313747"/>
                    </a:ext>
                  </a:extLst>
                </a:gridCol>
              </a:tblGrid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92423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Costly insertion and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056145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Last-In-First-Out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playlists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39267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First-In-First-Out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reorder songs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002782"/>
                  </a:ext>
                </a:extLst>
              </a:tr>
              <a:tr h="126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Dynamic, flexible insertion and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slower random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67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3EE0-AA08-898B-8BC1-8502323D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044" y="79513"/>
            <a:ext cx="2928730" cy="82598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DA9D9-F61F-E3FE-6F65-E6D8B7678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09" y="1537390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playlist management because it: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dynamic updates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efficient insertion and deletion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song reordering simple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memory efficiently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 List is the best choice for flexibility and efficiency in dynamic music playlists.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43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2CF5-EC71-1265-C9B7-4EE21247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365125"/>
            <a:ext cx="11926956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Suitable Data Structure for Metro Rail Network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7C8B8-2CD3-A042-0A61-86789D53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the most suitable data structure for representing a metro rail network because it naturally models stations as vertices (nodes) and routes between stations as edges (connections).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Stations as Vertices:</a:t>
            </a:r>
            <a:r>
              <a:rPr lang="en-IN" dirty="0"/>
              <a:t> Each metro station is represented as a node.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Routes as Edges:</a:t>
            </a:r>
            <a:r>
              <a:rPr lang="en-IN" dirty="0"/>
              <a:t> Direct rail connections between stations are represented as edges.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Efficient Reachability:</a:t>
            </a:r>
            <a:r>
              <a:rPr lang="en-IN" dirty="0"/>
              <a:t> Algorithms such as Breadth-First Search (BFS) or Depth-First Search (DFS) can find all reachable stations from a source station.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6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DFE0-3D4E-B8BC-D8B3-A7000E9A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26" y="84689"/>
            <a:ext cx="4389783" cy="100965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7571DC-4657-1059-6EB0-73A614FAF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45147"/>
              </p:ext>
            </p:extLst>
          </p:nvPr>
        </p:nvGraphicFramePr>
        <p:xfrm>
          <a:off x="448917" y="1730760"/>
          <a:ext cx="10515600" cy="2438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55137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8292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22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3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78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Traverse Network (BFS/DFS)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3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Reachable 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4046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4935D7-5BD7-B789-2EB5-86EC165AC30D}"/>
              </a:ext>
            </a:extLst>
          </p:cNvPr>
          <p:cNvSpPr txBox="1"/>
          <p:nvPr/>
        </p:nvSpPr>
        <p:spPr>
          <a:xfrm>
            <a:off x="1341783" y="4805580"/>
            <a:ext cx="913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stations (vertices)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routes (edges).</a:t>
            </a:r>
          </a:p>
        </p:txBody>
      </p:sp>
    </p:spTree>
    <p:extLst>
      <p:ext uri="{BB962C8B-B14F-4D97-AF65-F5344CB8AC3E}">
        <p14:creationId xmlns:p14="http://schemas.microsoft.com/office/powerpoint/2010/main" val="222613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D70A-B3F9-AE90-E58A-DC39AEFD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035" y="675861"/>
            <a:ext cx="3385930" cy="7663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2FDD1-4A59-59F1-C1AB-CD84B67F4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52" y="2412034"/>
            <a:ext cx="4896678" cy="28755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rail route planning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navigation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Railway reservation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route networks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transportation systems</a:t>
            </a:r>
          </a:p>
        </p:txBody>
      </p:sp>
    </p:spTree>
    <p:extLst>
      <p:ext uri="{BB962C8B-B14F-4D97-AF65-F5344CB8AC3E}">
        <p14:creationId xmlns:p14="http://schemas.microsoft.com/office/powerpoint/2010/main" val="162893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D7DD-F7D5-8138-4498-A85ED399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248" y="298174"/>
            <a:ext cx="2799522" cy="979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57BF-D2D6-1F04-E6B4-71FF44FD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2" y="2272886"/>
            <a:ext cx="10015330" cy="293521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implemented using an Adjacency 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best data structure for representing a metro rail network because it: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models stations and routes.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 reachability analysis using BFS or DFS.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easy addition and removal of stations or routes.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memory efficiently for large transportation networks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07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525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Technical Presentation</vt:lpstr>
      <vt:lpstr>PowerPoint Presentation</vt:lpstr>
      <vt:lpstr>Requirements</vt:lpstr>
      <vt:lpstr>Comparision</vt:lpstr>
      <vt:lpstr>Conclusion</vt:lpstr>
      <vt:lpstr>2. Suitable Data Structure for Metro Rail Network Representation</vt:lpstr>
      <vt:lpstr>Time Complexity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SHAIKMAHAMADSOHAIL@outlook.com</dc:creator>
  <cp:lastModifiedBy>SHAIKMAHAMADSOHAIL@outlook.com</cp:lastModifiedBy>
  <cp:revision>4</cp:revision>
  <dcterms:created xsi:type="dcterms:W3CDTF">2026-07-25T03:51:05Z</dcterms:created>
  <dcterms:modified xsi:type="dcterms:W3CDTF">2026-07-25T05:27:27Z</dcterms:modified>
</cp:coreProperties>
</file>