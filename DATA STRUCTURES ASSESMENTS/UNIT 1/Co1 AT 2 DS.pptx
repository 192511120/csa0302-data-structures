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5A66E-659C-3AD4-4155-504575B8B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5CD57A-8CF8-4476-30BE-494088FACB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273E8-D59B-3754-57AC-34C7C87EE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6B68-48EA-44DE-962D-B1032854781A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16E9C-AEA5-B351-56C7-ACF69F658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6AD1F-E1F2-4F13-B834-7A565B95E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1FDA-0F01-47B9-85CF-7EC70167F2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994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1FFC7-435E-45DF-AD36-D469565D4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A6F82-6A03-5B7D-7005-18556C2F9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25BC2-773B-6EA9-BB6E-A1189AB33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6B68-48EA-44DE-962D-B1032854781A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3F693-1B91-AF12-89D9-A61691FE4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F0377-13D3-DEFC-0380-4F20E4BAF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1FDA-0F01-47B9-85CF-7EC70167F2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6029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A3FF8-71B5-EDC0-4784-6A393C38F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11B8A-71A0-3B7C-B0C5-BBDA03CB5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0992B-DD69-B2F4-C166-C97F86311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6B68-48EA-44DE-962D-B1032854781A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D5948-783E-E65E-3FA3-3FAC8AC6C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A9F34-ADC9-0BAE-4E2E-4BE306D50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1FDA-0F01-47B9-85CF-7EC70167F2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009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BBEEF-5416-9D63-78D8-03818EEB9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115E3-2053-8250-EA08-9E648C3723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2223A3-0D29-7E0D-66B0-9117E1C73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906AC7-43DA-7530-7A51-B542F742A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6B68-48EA-44DE-962D-B1032854781A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7A33D2-4534-435F-6E74-7BB07275D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81E8D5-7C6E-80ED-DA8A-2779CA8E4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1FDA-0F01-47B9-85CF-7EC70167F2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579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46249-7BD9-3FAC-83F9-CF686D746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E5C028-A8E8-7639-FEB9-B57A6CB7A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A6EDE4-AD60-E2EA-1A18-CDEFBF8F1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E2101B-0E25-1AD1-435F-50CBEEAF50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03B0F2-1009-9AA2-8A61-42A53DA797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27FC49-072A-1455-9BD6-09D594D74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6B68-48EA-44DE-962D-B1032854781A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9C7C3C-A838-9FDF-AFC9-59DD3C5FB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4B0D75-663A-1D4F-DF9F-8007F7135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1FDA-0F01-47B9-85CF-7EC70167F2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16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D7EC9-0F32-AB31-4FA7-571A5804E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2F425C-1498-36BE-F7EE-A56EB62D2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6B68-48EA-44DE-962D-B1032854781A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CA40B2-32D5-BB5B-DBAC-A3451E382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4A80FE-45E2-7106-3E6D-A706DC379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1FDA-0F01-47B9-85CF-7EC70167F2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89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1C194C-9616-47D6-CB20-7D0DC3E46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6B68-48EA-44DE-962D-B1032854781A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B9A19E-AF28-0153-BAFD-F7FCA19B5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78B2C-7257-F27A-B5BB-02C1C375C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1FDA-0F01-47B9-85CF-7EC70167F2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25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613C7-5F7D-42F8-D85E-B5ED11A33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26B60-3EEE-5E7E-9946-7442B3130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555CE7-B33D-B357-84DD-222C1A4EBB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264A5-F110-6D4A-034D-EED0C3044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6B68-48EA-44DE-962D-B1032854781A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0C6556-5C34-08DD-8E65-B2ACD9969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0CDF8F-FC46-5304-B6E1-A0A40EBAA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1FDA-0F01-47B9-85CF-7EC70167F2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372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76A71-1E30-F8C5-3FAE-D2D078265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00E801-49DF-9D9A-2E69-C4422D8055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404934-3926-41EE-DC93-6B03B3BFA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2F864-D83A-112A-AC21-A36A4F79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6B68-48EA-44DE-962D-B1032854781A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0B9B4-0B26-859F-11AA-26EA5C16D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37319-210B-6047-C523-88C2A37C6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1FDA-0F01-47B9-85CF-7EC70167F2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756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695E3-378A-F518-BC3E-C285022F9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87466B-9D4D-B3E2-E940-F396D909F1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95E34-3805-F5D5-6C3C-88B190C43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6B68-48EA-44DE-962D-B1032854781A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02F5F-A6C1-0D27-D592-201A91425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558E8-82B8-FD9C-163D-50858C627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1FDA-0F01-47B9-85CF-7EC70167F2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408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31AACC-CC19-DB1E-D748-671044837E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3B3EFC-C885-2F5A-D487-02BF73F251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386EB-8B32-36AC-A960-50809543A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6B68-48EA-44DE-962D-B1032854781A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9EE7A-E2B8-68C0-AAA5-7B5FD1231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4E7D0-5959-F15B-01F1-B30CD243C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51FDA-0F01-47B9-85CF-7EC70167F2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103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AE320C-88AE-BA08-FD9B-BEF285D9F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D893C-AB82-0038-A4E4-EF1F762C5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DE331-903F-C480-2340-EDC75554F7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556B68-48EA-44DE-962D-B1032854781A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FFDD1-05C3-D8C7-A925-A9D3CFA055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D3F7C-2F32-C77D-C0E7-EC2EA9BCB2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151FDA-0F01-47B9-85CF-7EC70167F2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1039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AB02C-7947-BD93-2831-97F77B8D9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8085"/>
            <a:ext cx="9144000" cy="82570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062CF2-FFBC-3A52-9D22-AD3DD80DE2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478" y="1600199"/>
            <a:ext cx="11777870" cy="4969565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 0302 – DATA STRUCTURES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Co1 AT – 2</a:t>
            </a: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</a:p>
          <a:p>
            <a:pPr algn="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sohail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(192511120)</a:t>
            </a:r>
          </a:p>
        </p:txBody>
      </p:sp>
      <p:pic>
        <p:nvPicPr>
          <p:cNvPr id="4" name="Picture 3" descr="SIMATS CGPA Calculator">
            <a:extLst>
              <a:ext uri="{FF2B5EF4-FFF2-40B4-BE49-F238E27FC236}">
                <a16:creationId xmlns:a16="http://schemas.microsoft.com/office/drawing/2014/main" id="{0953CA29-DE17-3F33-F80B-B21962CE2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8537" y="188085"/>
            <a:ext cx="1037811" cy="1037811"/>
          </a:xfrm>
          <a:prstGeom prst="rect">
            <a:avLst/>
          </a:prstGeom>
        </p:spPr>
      </p:pic>
      <p:pic>
        <p:nvPicPr>
          <p:cNvPr id="5" name="Picture 4" descr="Saveetha Institute of Medical and Technical Sciences -SIMATS | Chennai">
            <a:extLst>
              <a:ext uri="{FF2B5EF4-FFF2-40B4-BE49-F238E27FC236}">
                <a16:creationId xmlns:a16="http://schemas.microsoft.com/office/drawing/2014/main" id="{A427DCC9-5BF7-D318-7D8E-C00BDAA96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53" y="188086"/>
            <a:ext cx="1275522" cy="1275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735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56C6AE-22E7-D514-B24C-6C034071254E}"/>
              </a:ext>
            </a:extLst>
          </p:cNvPr>
          <p:cNvSpPr txBox="1"/>
          <p:nvPr/>
        </p:nvSpPr>
        <p:spPr>
          <a:xfrm>
            <a:off x="494471" y="170909"/>
            <a:ext cx="9454599" cy="8956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1.Data Structure Recommendation for Dynamic Playlist Management</a:t>
            </a:r>
          </a:p>
          <a:p>
            <a:pPr algn="ctr"/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Data Structure: Doubly Linked List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Doubly Linked List is the most suitable data structure for managing a dynamic playlist in a music streaming application because it provides excellent flexibility and efficient insertion, deletion, and reordering of songs.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Insertion: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New songs can be added at the beginning, end, or any position without shifting other elements.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Deletion: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Songs can be removed quickly by updating the previous and next links.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Reordering: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Songs can be moved to different positions by changing links instead of copying data.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139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B7451-B7C1-4529-F371-797D151F3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0" y="116647"/>
            <a:ext cx="3544957" cy="1145624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8DDA9-04C3-2AB9-BF12-8C62B747A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42922" cy="360114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Playlist Operations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 song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a song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songs to different positions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Traverse songs sequentially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dynamic playlist size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857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23967-8EE1-1D07-CAA1-9C854B2C4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3156" y="178905"/>
            <a:ext cx="3425687" cy="985010"/>
          </a:xfrm>
        </p:spPr>
        <p:txBody>
          <a:bodyPr/>
          <a:lstStyle/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Comparision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751E8DD-28AA-666A-9A50-3470457303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9450281"/>
              </p:ext>
            </p:extLst>
          </p:nvPr>
        </p:nvGraphicFramePr>
        <p:xfrm>
          <a:off x="765314" y="1938130"/>
          <a:ext cx="10936355" cy="4144617"/>
        </p:xfrm>
        <a:graphic>
          <a:graphicData uri="http://schemas.openxmlformats.org/drawingml/2006/table">
            <a:tbl>
              <a:tblPr/>
              <a:tblGrid>
                <a:gridCol w="3485831">
                  <a:extLst>
                    <a:ext uri="{9D8B030D-6E8A-4147-A177-3AD203B41FA5}">
                      <a16:colId xmlns:a16="http://schemas.microsoft.com/office/drawing/2014/main" val="660021990"/>
                    </a:ext>
                  </a:extLst>
                </a:gridCol>
                <a:gridCol w="3725262">
                  <a:extLst>
                    <a:ext uri="{9D8B030D-6E8A-4147-A177-3AD203B41FA5}">
                      <a16:colId xmlns:a16="http://schemas.microsoft.com/office/drawing/2014/main" val="959374450"/>
                    </a:ext>
                  </a:extLst>
                </a:gridCol>
                <a:gridCol w="3725262">
                  <a:extLst>
                    <a:ext uri="{9D8B030D-6E8A-4147-A177-3AD203B41FA5}">
                      <a16:colId xmlns:a16="http://schemas.microsoft.com/office/drawing/2014/main" val="2916313747"/>
                    </a:ext>
                  </a:extLst>
                </a:gridCol>
              </a:tblGrid>
              <a:tr h="720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792423"/>
                  </a:ext>
                </a:extLst>
              </a:tr>
              <a:tr h="720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indexing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Costly insertion and deletion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056145"/>
                  </a:ext>
                </a:extLst>
              </a:tr>
              <a:tr h="720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Last-In-First-Out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suitable for playlists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7739267"/>
                  </a:ext>
                </a:extLst>
              </a:tr>
              <a:tr h="720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First-In-First-Out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Cannot reorder songs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2002782"/>
                  </a:ext>
                </a:extLst>
              </a:tr>
              <a:tr h="1261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Linked List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Dynamic, flexible insertion and deletion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Slightly slower random access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78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6679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A3EE0-AA08-898B-8BC1-8502323D1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6044" y="79513"/>
            <a:ext cx="2928730" cy="825984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DA9D9-F61F-E3FE-6F65-E6D8B7678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609" y="1537390"/>
            <a:ext cx="10515600" cy="4351338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most suitable data structure for playlist management because it: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dynamic updates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efficient insertion and deletion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song reordering simple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memory efficiently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Recommendation: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Linked List is the best choice for flexibility and efficiency in dynamic music playlists.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9439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F2CF5-EC71-1265-C9B7-4EE212472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09" y="365125"/>
            <a:ext cx="11926956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Suitable Data Structure for Metro Rail Network</a:t>
            </a: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7C8B8-2CD3-A042-0A61-86789D534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Graph is the most suitable data structure for representing a metro rail network because it naturally models stations as vertices (nodes) and routes between stations as edges (connections).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Stations as Vertices:</a:t>
            </a:r>
            <a:r>
              <a:rPr lang="en-IN" dirty="0"/>
              <a:t> Each metro station is represented as a node.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Routes as Edges:</a:t>
            </a:r>
            <a:r>
              <a:rPr lang="en-IN" dirty="0"/>
              <a:t> Direct rail connections between stations are represented as edges.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lang="en-IN" b="1" dirty="0"/>
              <a:t>Efficient Reachability:</a:t>
            </a:r>
            <a:r>
              <a:rPr lang="en-IN" dirty="0"/>
              <a:t> Algorithms such as Breadth-First Search (BFS) or Depth-First Search (DFS) can find all reachable stations from a source station.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176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1DFE0-3D4E-B8BC-D8B3-A7000E9A1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1826" y="84689"/>
            <a:ext cx="4389783" cy="1009651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57571DC-4657-1059-6EB0-73A614FAF1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1545147"/>
              </p:ext>
            </p:extLst>
          </p:nvPr>
        </p:nvGraphicFramePr>
        <p:xfrm>
          <a:off x="448917" y="1730760"/>
          <a:ext cx="10515600" cy="24384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25513779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829262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0227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 Station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6331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 Route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786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 Route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40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Traverse Network (BFS/DFS)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O(V + 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8634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 Reachable Stations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O(V + 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40461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94935D7-5BD7-B789-2EB5-86EC165AC30D}"/>
              </a:ext>
            </a:extLst>
          </p:cNvPr>
          <p:cNvSpPr txBox="1"/>
          <p:nvPr/>
        </p:nvSpPr>
        <p:spPr>
          <a:xfrm>
            <a:off x="1341783" y="4805580"/>
            <a:ext cx="9131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number of stations (vertices)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number of routes (edges).</a:t>
            </a:r>
          </a:p>
        </p:txBody>
      </p:sp>
    </p:spTree>
    <p:extLst>
      <p:ext uri="{BB962C8B-B14F-4D97-AF65-F5344CB8AC3E}">
        <p14:creationId xmlns:p14="http://schemas.microsoft.com/office/powerpoint/2010/main" val="222613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7D70A-B3F9-AE90-E58A-DC39AEFD6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035" y="675861"/>
            <a:ext cx="3385930" cy="766349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2FDD1-4A59-59F1-C1AB-CD84B67F4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052" y="2412034"/>
            <a:ext cx="4896678" cy="287558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Metro rail route planning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Maps navigation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Railway reservation systems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Flight route networks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transportation systems</a:t>
            </a:r>
          </a:p>
        </p:txBody>
      </p:sp>
    </p:spTree>
    <p:extLst>
      <p:ext uri="{BB962C8B-B14F-4D97-AF65-F5344CB8AC3E}">
        <p14:creationId xmlns:p14="http://schemas.microsoft.com/office/powerpoint/2010/main" val="1628936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ED7DD-F7D5-8138-4498-A85ED3995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8248" y="298174"/>
            <a:ext cx="2799522" cy="97983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057BF-D2D6-1F04-E6B4-71FF44FD3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722" y="2272886"/>
            <a:ext cx="10015330" cy="293521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implemented using an Adjacency List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best data structure for representing a metro rail network because it: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Efficiently models stations and routes.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fast reachability analysis using BFS or DFS.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easy addition and removal of stations or routes.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memory efficiently for large transportation networks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5079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473</Words>
  <Application>Microsoft Office PowerPoint</Application>
  <PresentationFormat>Widescreen</PresentationFormat>
  <Paragraphs>83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Technical Presentation</vt:lpstr>
      <vt:lpstr>PowerPoint Presentation</vt:lpstr>
      <vt:lpstr>Requirements</vt:lpstr>
      <vt:lpstr>Comparision</vt:lpstr>
      <vt:lpstr>Conclusion</vt:lpstr>
      <vt:lpstr>2. Suitable Data Structure for Metro Rail Network Representation</vt:lpstr>
      <vt:lpstr>Time Complexity</vt:lpstr>
      <vt:lpstr>Applications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SHAIKMAHAMADSOHAIL@outlook.com</dc:creator>
  <cp:lastModifiedBy>SHAIKMAHAMADSOHAIL@outlook.com</cp:lastModifiedBy>
  <cp:revision>3</cp:revision>
  <dcterms:created xsi:type="dcterms:W3CDTF">2026-07-25T03:51:05Z</dcterms:created>
  <dcterms:modified xsi:type="dcterms:W3CDTF">2026-07-25T04:23:11Z</dcterms:modified>
</cp:coreProperties>
</file>